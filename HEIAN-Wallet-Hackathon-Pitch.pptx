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548640"/>
            <a:ext cx="2926080" cy="292608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48640"/>
            <a:ext cx="2011680" cy="32918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48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● LIVE ON CHROME WEB STORE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🏦 HEIAN Wallet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888BB"/>
                </a:solidFill>
              </a:rPr>
              <a:t>The first production-ready wallet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8888BB"/>
                </a:solidFill>
              </a:rPr>
              <a:t>built natively for Tempo Blockchain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8 DAYS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BB"/>
                </a:solidFill>
              </a:rPr>
              <a:t>to build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8,441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BB"/>
                </a:solidFill>
              </a:rPr>
              <a:t>lines of 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BB"/>
                </a:solidFill>
              </a:rPr>
              <a:t>screens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BB"/>
                </a:solidFill>
              </a:rPr>
              <a:t>stablecoins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4297680"/>
            <a:ext cx="2468880" cy="59436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297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Tempo × Stripe Hackathon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March 19,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BB"/>
                </a:solidFill>
              </a:rPr>
              <a:t>Why Tempo Needs a Native Wallet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Tempo is building the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payment rails of the future.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BB"/>
                </a:solidFill>
              </a:rPr>
              <a:t>But without a dedicated wallet, users can't actually use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2651760" cy="214884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7249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5488" y="32461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Native Wallet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53872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Existing wallets like MetaMask weren't built for Tempo. Users face friction, missing features, and poor UX.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651760"/>
            <a:ext cx="2651760" cy="214884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7249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32461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Payroll is Painful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353872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Paying a team or DAO in stablecoins requires manual work. No tool exists for bulk payments on Tempo.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2651760"/>
            <a:ext cx="2651760" cy="214884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7249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44768" y="32461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dApp Fragmentation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353872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Without an EIP-6963 compliant Web3 provider for Tempo, dApp integrations are broken or non-existent.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HEIAN Wallet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BB"/>
                </a:solidFill>
              </a:rPr>
              <a:t>A secure, non-custodial Chrome extension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888BB"/>
                </a:solidFill>
              </a:rPr>
              <a:t>wallet built exclusively for Tempo Blockchain.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5 Tempo stablecoins — all supported natively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9900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BB"/>
                </a:solidFill>
              </a:rPr>
              <a:t>✅  Built-in swap — no third party needed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3741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Batch CSV payments — pay 100+ addresses in 1 click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7581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BB"/>
                </a:solidFill>
              </a:rPr>
              <a:t>✅  TIP-20 memo support — compliance built-in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142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EIP-6963 Web3 provider — works with all dApps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526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BB"/>
                </a:solidFill>
              </a:rPr>
              <a:t>✅  AES-256-GCM encrypted — non-custodial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051560"/>
            <a:ext cx="1737360" cy="128016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234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8 DAYS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0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Built 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78040" y="1051560"/>
            <a:ext cx="1737360" cy="128016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234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8,441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78040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Lines of 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0" y="2560320"/>
            <a:ext cx="1737360" cy="1280160"/>
          </a:xfrm>
          <a:prstGeom prst="rect">
            <a:avLst/>
          </a:prstGeom>
          <a:solidFill>
            <a:srgbClr val="0A2A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LIVE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0352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Chrome Web Store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78040" y="2560320"/>
            <a:ext cx="1737360" cy="128016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v1.0.0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7804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Production Release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2064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BB"/>
                </a:solidFill>
              </a:rPr>
              <a:t>chromewebstore.google.com/detail/heian-wallet/bgepdfmijeimlkckojgdgakapabjmdpc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BB"/>
                </a:solidFill>
              </a:rPr>
              <a:t>Production-Ready Capabilities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43200" cy="178308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45720" cy="17830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8328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Batch CSV Payments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8013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Upload CSV, pay 100+ wallets in one click. Built for DAO payroll &amp; team distributions.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743200" cy="178308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051560"/>
            <a:ext cx="45720" cy="17830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64408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Built-in Token Swap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8013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Swap between all 5 Tempo stablecoins with slippage control. No external DEX needed.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743200" cy="178308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051560"/>
            <a:ext cx="45720" cy="17830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90488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HD Multi-Account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18013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BIP-39/44 standard. One seed phrase, unlimited accounts. Industry-standard security.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971800"/>
            <a:ext cx="2743200" cy="178308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971800"/>
            <a:ext cx="45720" cy="17830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8328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dApp Connector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" y="372160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EIP-6963 compliant. Works seamlessly with any Web3 application on Tempo.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971800"/>
            <a:ext cx="2743200" cy="178308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2971800"/>
            <a:ext cx="45720" cy="17830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64408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TIP-20 Memo Support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64408" y="372160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Invoice tracking built-in. Compliance and accounting ready from day one.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971800"/>
            <a:ext cx="2743200" cy="178308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971800"/>
            <a:ext cx="45720" cy="17830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90488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ENS Resolution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0488" y="372160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Send to .eth names. Human-readable addresses for seamless user experience.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Who Uses HEIAN Wallet?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737360"/>
            <a:ext cx="2011680" cy="306324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737360"/>
            <a:ext cx="201168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DAOs &amp; Web3 Teams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28346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Batch pay contributors via CSV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3383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TIP-20 memo for budget tracking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39319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Multi-account for treasury management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04872" y="1737360"/>
            <a:ext cx="2011680" cy="306324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04872" y="1737360"/>
            <a:ext cx="20116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96312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Remote Companies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8346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Global stablecoin payroll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3383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Instant cross-border payments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39319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CSV export for accounting/compliance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81144" y="1737360"/>
            <a:ext cx="2011680" cy="306324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1144" y="173736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🧑‍💻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72584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Web3 Developers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90872" y="28346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EIP-6963 dApp testing on Tempo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90872" y="3383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Full Web3 provider injection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90872" y="39319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Open source &amp; extensible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57416" y="1737360"/>
            <a:ext cx="2011680" cy="306324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57416" y="1737360"/>
            <a:ext cx="20116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48856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Crypto Users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67144" y="28346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Simple send/receive stablecoins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67144" y="3383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Built-in swap — no extra apps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67144" y="39319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• Secure, non-custodial by default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TECHNICAL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572000" cy="566928"/>
          </a:xfrm>
          <a:prstGeom prst="rect">
            <a:avLst/>
          </a:prstGeom>
          <a:solidFill>
            <a:srgbClr val="1616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56692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UI Layer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BB"/>
                </a:solidFill>
              </a:rPr>
              <a:t>HTML5 + CSS3 + JavaScript ES6+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4572000" cy="566928"/>
          </a:xfrm>
          <a:prstGeom prst="rect">
            <a:avLst/>
          </a:prstGeom>
          <a:solidFill>
            <a:srgbClr val="1616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39696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854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Blockchain Layer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BB"/>
                </a:solidFill>
              </a:rPr>
              <a:t>ethers.js v6 · Tempo EVM RPC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816352"/>
            <a:ext cx="4572000" cy="566928"/>
          </a:xfrm>
          <a:prstGeom prst="rect">
            <a:avLst/>
          </a:prstGeom>
          <a:solidFill>
            <a:srgbClr val="1616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16352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620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Crypto Layer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BB"/>
                </a:solidFill>
              </a:rPr>
              <a:t>BIP-39 Mnemonics · BIP-44 HD Paths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4572000" cy="566928"/>
          </a:xfrm>
          <a:prstGeom prst="rect">
            <a:avLst/>
          </a:prstGeom>
          <a:solidFill>
            <a:srgbClr val="16163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93008"/>
            <a:ext cx="6400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38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Storage Layer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67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BB"/>
                </a:solidFill>
              </a:rPr>
              <a:t>AES-256-GCM · Chrome Storage API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169664"/>
            <a:ext cx="4572000" cy="566928"/>
          </a:xfrm>
          <a:prstGeom prst="rect">
            <a:avLst/>
          </a:prstGeom>
          <a:solidFill>
            <a:srgbClr val="16163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69664"/>
            <a:ext cx="6400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15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Extension Layer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4398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BB"/>
                </a:solidFill>
              </a:rPr>
              <a:t>Manifest V3 · Service Worker · EIP-6963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By The Numbers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0" y="1463040"/>
            <a:ext cx="3383280" cy="749808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1517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8,441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77840" y="1883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Lines of Production Code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2350008"/>
            <a:ext cx="3383280" cy="749808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404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20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577840" y="2770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Polished UI Screens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3236976"/>
            <a:ext cx="3383280" cy="749808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596 KB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57784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Package Size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4123944"/>
            <a:ext cx="3383280" cy="749808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4178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MV3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577840" y="4544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Chrome Manifest Version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BB"/>
                </a:solidFill>
              </a:rPr>
              <a:t>Shipped, Live, and Growing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078992"/>
          </a:xfrm>
          <a:prstGeom prst="rect">
            <a:avLst/>
          </a:prstGeom>
          <a:solidFill>
            <a:srgbClr val="0F0F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🚀  Live on Chrome Web Store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Google-approved. One-click install for any user worldwide.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0" y="11247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206240" cy="1078992"/>
          </a:xfrm>
          <a:prstGeom prst="rect">
            <a:avLst/>
          </a:prstGeom>
          <a:solidFill>
            <a:srgbClr val="0F0F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5156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⭐  Open Source on GitHub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Full source code public. Professional docs, LICENSE, CHANGELOG.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0" y="11247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" y="2313432"/>
            <a:ext cx="4206240" cy="1078992"/>
          </a:xfrm>
          <a:prstGeom prst="rect">
            <a:avLst/>
          </a:prstGeom>
          <a:solidFill>
            <a:srgbClr val="0F0F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313432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04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🧪  Tested on Tempo Testnet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Tested on multiple dApps. Real transactions confirmed working.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31920" y="238658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09160" y="2313432"/>
            <a:ext cx="4206240" cy="1078992"/>
          </a:xfrm>
          <a:prstGeom prst="rect">
            <a:avLst/>
          </a:prstGeom>
          <a:solidFill>
            <a:srgbClr val="0F0F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13432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04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📧  Outreach to Tempo Team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Direct email to Matt Huang &amp; Tempo team about design partnership.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0" y="238658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28600" y="3575304"/>
            <a:ext cx="4206240" cy="1078992"/>
          </a:xfrm>
          <a:prstGeom prst="rect">
            <a:avLst/>
          </a:prstGeom>
          <a:solidFill>
            <a:srgbClr val="0F0F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575304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667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🌐  Landing Page Live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Professional website hosted on GitHub Pages.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31920" y="36484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09160" y="3575304"/>
            <a:ext cx="4206240" cy="1078992"/>
          </a:xfrm>
          <a:prstGeom prst="rect">
            <a:avLst/>
          </a:prstGeom>
          <a:solidFill>
            <a:srgbClr val="0F0F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575304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667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🏆  Hackathon Applied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Registered for Tempo × Stripe HIIT Hackathon — March 19, 2026.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12480" y="36484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HACKATHON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BB"/>
                </a:solidFill>
              </a:rPr>
              <a:t>March 19 · 3 Laps · SF +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Starting with a live product. Building on top.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8686800" cy="960120"/>
          </a:xfrm>
          <a:prstGeom prst="rect">
            <a:avLst/>
          </a:prstGeom>
          <a:solidFill>
            <a:srgbClr val="1616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600200"/>
            <a:ext cx="1280160" cy="960120"/>
          </a:xfrm>
          <a:prstGeom prst="rect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2075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BB"/>
                </a:solidFill>
              </a:rPr>
              <a:t>9:30 — 11:30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691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AI-Powered Payment Routing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20574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Integrate an AI agent that analyzes wallet history and suggests optimal payment batching, saving users gas and time on bulk distributions.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715768"/>
            <a:ext cx="8686800" cy="960120"/>
          </a:xfrm>
          <a:prstGeom prst="rect">
            <a:avLst/>
          </a:prstGeom>
          <a:solidFill>
            <a:srgbClr val="1616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715768"/>
            <a:ext cx="1280160" cy="960120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8529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" y="3191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BB"/>
                </a:solidFill>
              </a:rPr>
              <a:t>1:00 — 3:00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8072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Multi-Sig Treasury Module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317296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Add multi-signature support for DAO treasury management. Require M-of-N approvals before large transfers — critical for enterprise adoption.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831336"/>
            <a:ext cx="8686800" cy="960120"/>
          </a:xfrm>
          <a:prstGeom prst="rect">
            <a:avLst/>
          </a:prstGeom>
          <a:solidFill>
            <a:srgbClr val="16163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831336"/>
            <a:ext cx="1280160" cy="96012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9684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LAP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" y="4306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BB"/>
                </a:solidFill>
              </a:rPr>
              <a:t>4:00 — 5:00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92277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Polish + Demo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4288536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End-to-end demo video. Live demonstration of all features on Tempo testnet. Final pitch presentation.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WHY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Most teams start from scratch.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BB"/>
                </a:solidFill>
              </a:rPr>
              <a:t>We walk in with a production app already approved by Google.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2103120"/>
            <a:ext cx="320040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2103120"/>
            <a:ext cx="265176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103120"/>
            <a:ext cx="283464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04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Other Teams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HEIAN Wallet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578608"/>
            <a:ext cx="3200400" cy="438912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578608"/>
            <a:ext cx="2651760" cy="438912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578608"/>
            <a:ext cx="2834640" cy="438912"/>
          </a:xfrm>
          <a:prstGeom prst="rect">
            <a:avLst/>
          </a:prstGeom>
          <a:solidFill>
            <a:srgbClr val="0A2A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70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Working product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2670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❌ Building from scratch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72200" y="2670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Live on Chrome Store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054096"/>
            <a:ext cx="3200400" cy="438912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3054096"/>
            <a:ext cx="2651760" cy="438912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3054096"/>
            <a:ext cx="2834640" cy="438912"/>
          </a:xfrm>
          <a:prstGeom prst="rect">
            <a:avLst/>
          </a:prstGeom>
          <a:solidFill>
            <a:srgbClr val="0A2A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Tempo integration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20440" y="3145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❌ Starting today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2200" y="3145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Tested &amp; working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529584"/>
            <a:ext cx="3200400" cy="438912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529584"/>
            <a:ext cx="2651760" cy="438912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529584"/>
            <a:ext cx="2834640" cy="438912"/>
          </a:xfrm>
          <a:prstGeom prst="rect">
            <a:avLst/>
          </a:prstGeom>
          <a:solidFill>
            <a:srgbClr val="0A2A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Google-approved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20440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❌ Not reviewed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3621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Passed Chrome security review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005072"/>
            <a:ext cx="3200400" cy="438912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4005072"/>
            <a:ext cx="2651760" cy="438912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4005072"/>
            <a:ext cx="2834640" cy="438912"/>
          </a:xfrm>
          <a:prstGeom prst="rect">
            <a:avLst/>
          </a:prstGeom>
          <a:solidFill>
            <a:srgbClr val="0A2A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Open source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20440" y="4096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⚠️  Maybe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4096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Full repo with docs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4480560"/>
            <a:ext cx="3200400" cy="438912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29000" y="4480560"/>
            <a:ext cx="2651760" cy="438912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4480560"/>
            <a:ext cx="2834640" cy="438912"/>
          </a:xfrm>
          <a:prstGeom prst="rect">
            <a:avLst/>
          </a:prstGeom>
          <a:solidFill>
            <a:srgbClr val="0A2A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User-facing demo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2044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BB"/>
                </a:solidFill>
              </a:rPr>
              <a:t>❌ Mockups only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Real app, real users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5486400" cy="5486400"/>
          </a:xfrm>
          <a:prstGeom prst="ellipse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65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🏦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HEIAN Wallet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BB"/>
                </a:solidFill>
              </a:rPr>
              <a:t>Built for Tempo. Live today. Ready for mainnet.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2331720" cy="96012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16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🌐  Chrome Web Store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1821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Install Now →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2743200"/>
            <a:ext cx="2331720" cy="96012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16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💻  GitHub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31821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DE-LIGHTPRO/heian-wallet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743200"/>
            <a:ext cx="2331720" cy="960120"/>
          </a:xfrm>
          <a:prstGeom prst="rect">
            <a:avLst/>
          </a:prstGeom>
          <a:solidFill>
            <a:srgbClr val="0F0F28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816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🐦  Twitter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31821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@Heianwallet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BB"/>
                </a:solidFill>
              </a:rPr>
              <a:t>Thank you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BB"/>
                </a:solidFill>
              </a:rPr>
              <a:t>heianwallet@gmail.com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HEIAN Wallet - Tempo Hackathon Pitch</dc:title>
  <dc:subject>PptxGenJS Presentation</dc:subject>
  <dc:creator>PptxGenJS</dc:creator>
  <cp:lastModifiedBy>PptxGenJS</cp:lastModifiedBy>
  <cp:revision>1</cp:revision>
  <dcterms:created xsi:type="dcterms:W3CDTF">2026-03-08T17:00:06Z</dcterms:created>
  <dcterms:modified xsi:type="dcterms:W3CDTF">2026-03-08T17:00:06Z</dcterms:modified>
</cp:coreProperties>
</file>